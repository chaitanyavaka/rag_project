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RAG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Implementation</a:t>
            </a:r>
          </a:p>
          <a:p>
            <a:r>
              <a:t>Using Model Context Protocol (MCP)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Agent-Based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Coordinator Agent: Orchestrates the workflow.</a:t>
            </a:r>
          </a:p>
          <a:p>
            <a:r>
              <a:t>2. Ingestion Agent: Parses PDF, DOCX, CSV, PPTX.</a:t>
            </a:r>
          </a:p>
          <a:p>
            <a:r>
              <a:t>3. Retrieval Agent: Semantic search with ChromaDB (all-MiniLM-L6-v2).</a:t>
            </a:r>
          </a:p>
          <a:p>
            <a:r>
              <a:t>4. LLM Response Agent: Generates answers using Groq (Llama-3).</a:t>
            </a:r>
          </a:p>
          <a:p/>
          <a:p>
            <a:r>
              <a:t>Communication via MCP (Model Context Protocol).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-&gt; Coordinator -&gt; Retrieval Agent -&gt; Context Found</a:t>
            </a:r>
          </a:p>
          <a:p>
            <a:r>
              <a:t>Coordinator -&gt; LLM Agent (Context + Query) -&gt; Answer</a:t>
            </a:r>
          </a:p>
          <a:p>
            <a:r>
              <a:t>Coordinator -&gt; User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Backend: Python, FastAPI</a:t>
            </a:r>
          </a:p>
          <a:p>
            <a:r>
              <a:t>- Frontend: HTML5, TailwindCSS, Vanilla JS (Interactive)</a:t>
            </a:r>
          </a:p>
          <a:p>
            <a:r>
              <a:t>- Database: ChromaDB (Vector Store)</a:t>
            </a:r>
          </a:p>
          <a:p>
            <a:r>
              <a:t>- AI/LLM: Groq API (Llama-3-70b)</a:t>
            </a:r>
          </a:p>
          <a:p>
            <a:r>
              <a:t>- Protocol: MCP (Custom Implementation)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</a:t>
            </a:r>
          </a:p>
          <a:p>
            <a:r>
              <a:t>- Async agent coordination.</a:t>
            </a:r>
          </a:p>
          <a:p>
            <a:r>
              <a:t>- Parsing complex PDF layouts.</a:t>
            </a:r>
          </a:p>
          <a:p/>
          <a:p>
            <a:r>
              <a:t>Future Scope:</a:t>
            </a:r>
          </a:p>
          <a:p>
            <a:r>
              <a:t>- Distributed agents using RabbitMQ.</a:t>
            </a:r>
          </a:p>
          <a:p>
            <a:r>
              <a:t>- Image/Multi-modal support.</a:t>
            </a:r>
          </a:p>
          <a:p>
            <a:r>
              <a:t>- Persistent MCP connection over WebSocket.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